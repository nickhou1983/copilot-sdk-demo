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1184" y="1131987"/>
            <a:ext cx="594148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SDK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59434" y="2217837"/>
            <a:ext cx="2539901" cy="50750"/>
          </a:xfrm>
          <a:prstGeom prst="rect">
            <a:avLst/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01184" y="2649587"/>
            <a:ext cx="59414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GitHub Copilot CLI 的 AI 对话应用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01184" y="3586163"/>
            <a:ext cx="59414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构建自定义 AI 助手的完整解决方案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30077"/>
            <a:ext cx="3873550" cy="9778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330077"/>
            <a:ext cx="0" cy="977801"/>
          </a:xfrm>
          <a:prstGeom prst="line">
            <a:avLst/>
          </a:prstGeom>
          <a:noFill/>
          <a:ln w="762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520577"/>
            <a:ext cx="33553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流式对话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051" y="1907828"/>
            <a:ext cx="33553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实时流式响应，支持增量内容更新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498378"/>
            <a:ext cx="3873550" cy="9778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6050" y="2498378"/>
            <a:ext cx="0" cy="977801"/>
          </a:xfrm>
          <a:prstGeom prst="line">
            <a:avLst/>
          </a:prstGeom>
          <a:noFill/>
          <a:ln w="762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051" y="2688878"/>
            <a:ext cx="33553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工具集成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51" y="3076129"/>
            <a:ext cx="33553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支持文件读取、项目探索等内置工具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3666679"/>
            <a:ext cx="3873550" cy="9778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6050" y="3666679"/>
            <a:ext cx="0" cy="977801"/>
          </a:xfrm>
          <a:prstGeom prst="line">
            <a:avLst/>
          </a:prstGeom>
          <a:noFill/>
          <a:ln w="762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051" y="3857179"/>
            <a:ext cx="33553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推理展示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051" y="4244429"/>
            <a:ext cx="33553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 AI 模型的思考过程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500" y="1330077"/>
            <a:ext cx="3873550" cy="9778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00600" y="1330077"/>
            <a:ext cx="0" cy="977801"/>
          </a:xfrm>
          <a:prstGeom prst="line">
            <a:avLst/>
          </a:prstGeom>
          <a:noFill/>
          <a:ln w="762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2601" y="1520577"/>
            <a:ext cx="33553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文件附件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92601" y="1907828"/>
            <a:ext cx="33553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上传文件并在对话中进行分析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2500" y="2498378"/>
            <a:ext cx="3873550" cy="9778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800600" y="2498378"/>
            <a:ext cx="0" cy="977801"/>
          </a:xfrm>
          <a:prstGeom prst="line">
            <a:avLst/>
          </a:prstGeom>
          <a:noFill/>
          <a:ln w="762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2601" y="2688878"/>
            <a:ext cx="33553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92601" y="3076129"/>
            <a:ext cx="33553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创建、恢复和删除持久化会话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2500" y="3666679"/>
            <a:ext cx="3873550" cy="9778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800600" y="3666679"/>
            <a:ext cx="0" cy="977801"/>
          </a:xfrm>
          <a:prstGeom prst="line">
            <a:avLst/>
          </a:prstGeom>
          <a:noFill/>
          <a:ln w="762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2601" y="3857179"/>
            <a:ext cx="33553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92601" y="4244429"/>
            <a:ext cx="33553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 Claude、GPT-4o 等 6+ 模型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38225"/>
            <a:ext cx="3810000" cy="4316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139726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596777"/>
            <a:ext cx="3810000" cy="374452"/>
          </a:xfrm>
          <a:prstGeom prst="roundRect">
            <a:avLst>
              <a:gd name="adj" fmla="val 135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1698278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 / TypeScript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072729"/>
            <a:ext cx="3810000" cy="584002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217423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8450" y="234568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服务器框架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758232"/>
            <a:ext cx="3810000" cy="584002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8450" y="2859732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8450" y="3031182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实时双向通信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443734"/>
            <a:ext cx="3810000" cy="584002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450" y="354523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@github/copilot-sdk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450" y="371668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SDK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5901" y="1038225"/>
            <a:ext cx="3810149" cy="4316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16401" y="1139726"/>
            <a:ext cx="3497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5901" y="1596777"/>
            <a:ext cx="3810149" cy="584002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16401" y="1698278"/>
            <a:ext cx="3497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HTML/CSS/JS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6401" y="1869728"/>
            <a:ext cx="34977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无框架依赖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5901" y="2282279"/>
            <a:ext cx="3810149" cy="412552"/>
          </a:xfrm>
          <a:prstGeom prst="roundRect">
            <a:avLst>
              <a:gd name="adj" fmla="val 12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16401" y="2383780"/>
            <a:ext cx="34977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响应式聊天界面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5901" y="2821781"/>
            <a:ext cx="3810149" cy="4316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6401" y="2923282"/>
            <a:ext cx="3497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5901" y="3380333"/>
            <a:ext cx="3810149" cy="374452"/>
          </a:xfrm>
          <a:prstGeom prst="roundRect">
            <a:avLst>
              <a:gd name="adj" fmla="val 135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16401" y="3481834"/>
            <a:ext cx="3497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 / Zod / tsx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01626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 (public/)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43199" y="1530251"/>
            <a:ext cx="1892201" cy="746075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76880" y="1701701"/>
            <a:ext cx="1424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76880" y="1923901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 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25900" y="1530251"/>
            <a:ext cx="1892201" cy="746075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59581" y="1701701"/>
            <a:ext cx="1424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59581" y="1923901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客户端逻辑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08600" y="1530251"/>
            <a:ext cx="1892201" cy="746075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42281" y="1701701"/>
            <a:ext cx="1424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2281" y="1923901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样式表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6669" y="242872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Socket.io 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950" y="281925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 (src/)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43199" y="3247876"/>
            <a:ext cx="1892201" cy="746075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76880" y="3419326"/>
            <a:ext cx="1424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76880" y="36415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25900" y="3247876"/>
            <a:ext cx="1892201" cy="746075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59581" y="3419326"/>
            <a:ext cx="1424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59581" y="3641527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会话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08600" y="3247876"/>
            <a:ext cx="1892201" cy="746075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42281" y="3419326"/>
            <a:ext cx="1424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2281" y="3641527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管理服务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高级特性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7950" y="1454051"/>
            <a:ext cx="4648200" cy="0"/>
          </a:xfrm>
          <a:prstGeom prst="line">
            <a:avLst/>
          </a:prstGeom>
          <a:noFill/>
          <a:ln w="19050">
            <a:solidFill>
              <a:srgbClr val="F1C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101626"/>
            <a:ext cx="4741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50" y="1590526"/>
            <a:ext cx="4648200" cy="6971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定义自定义系统提示词</a:t>
            </a:r>
            <a:endParaRPr lang="en-US" sz="1100" dirty="0"/>
          </a:p>
          <a:p>
            <a:pPr algn="l" marL="127000" indent="-1270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配置专属工具组</a:t>
            </a:r>
            <a:endParaRPr lang="en-US" sz="1100" dirty="0"/>
          </a:p>
          <a:p>
            <a:pPr algn="l" marL="127000" indent="-1270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持久化 Agent 配置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7950" y="2830562"/>
            <a:ext cx="4648200" cy="0"/>
          </a:xfrm>
          <a:prstGeom prst="line">
            <a:avLst/>
          </a:prstGeom>
          <a:noFill/>
          <a:ln w="19050">
            <a:solidFill>
              <a:srgbClr val="F1C4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950" y="2478137"/>
            <a:ext cx="4741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自定义工具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50" y="2967038"/>
            <a:ext cx="4648200" cy="6971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注册和管理自定义工具</a:t>
            </a:r>
            <a:endParaRPr lang="en-US" sz="1100" dirty="0"/>
          </a:p>
          <a:p>
            <a:pPr algn="l" marL="127000" indent="-1270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扩展内置工具能力</a:t>
            </a:r>
            <a:endParaRPr lang="en-US" sz="1100" dirty="0"/>
          </a:p>
          <a:p>
            <a:pPr algn="l" marL="127000" indent="-1270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文件存储配置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7150" y="1101626"/>
            <a:ext cx="3098899" cy="2012305"/>
          </a:xfrm>
          <a:prstGeom prst="roundRect">
            <a:avLst>
              <a:gd name="adj" fmla="val 504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27650" y="1292126"/>
            <a:ext cx="27722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支持的模型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27650" y="1647676"/>
            <a:ext cx="2772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27650" y="1853952"/>
            <a:ext cx="2772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27650" y="2060228"/>
            <a:ext cx="2772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27650" y="2266504"/>
            <a:ext cx="2772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o3-mini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27650" y="2472779"/>
            <a:ext cx="2772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27650" y="2679055"/>
            <a:ext cx="2772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...更多模型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90157" y="874812"/>
            <a:ext cx="336353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快速开始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23133" y="1893987"/>
            <a:ext cx="3297585" cy="1631752"/>
          </a:xfrm>
          <a:prstGeom prst="roundRect">
            <a:avLst>
              <a:gd name="adj" fmla="val 6226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8267" y="2211437"/>
            <a:ext cx="23273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安装依赖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8267" y="2586038"/>
            <a:ext cx="23273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启动开发服务器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08267" y="2960638"/>
            <a:ext cx="23273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</a:t>
            </a:r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http://localhost:3000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90157" y="3906738"/>
            <a:ext cx="3363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开始构建你的 AI 对话应用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SDK Demo 项目介绍</dc:title>
  <dc:subject>GitHub Copilot CLI SDK 演示应用</dc:subject>
  <dc:creator>Copilot SDK Demo</dc:creator>
  <cp:lastModifiedBy>Copilot SDK Demo</cp:lastModifiedBy>
  <cp:revision>1</cp:revision>
  <dcterms:created xsi:type="dcterms:W3CDTF">2026-02-04T07:28:04Z</dcterms:created>
  <dcterms:modified xsi:type="dcterms:W3CDTF">2026-02-04T07:28:04Z</dcterms:modified>
</cp:coreProperties>
</file>