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2015" y="1500336"/>
            <a:ext cx="633997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SDK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402015" y="2459087"/>
            <a:ext cx="63399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GitHub Copilot SDK 的对话助手演示应用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462361" y="3268712"/>
            <a:ext cx="1223963" cy="374452"/>
          </a:xfrm>
          <a:prstGeom prst="roundRect">
            <a:avLst>
              <a:gd name="adj" fmla="val 2035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57335" y="3370213"/>
            <a:ext cx="834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76824" y="3268712"/>
            <a:ext cx="1380530" cy="374452"/>
          </a:xfrm>
          <a:prstGeom prst="roundRect">
            <a:avLst>
              <a:gd name="adj" fmla="val 2035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70232" y="3370213"/>
            <a:ext cx="9937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7854" y="3268712"/>
            <a:ext cx="1233636" cy="374452"/>
          </a:xfrm>
          <a:prstGeom prst="roundRect">
            <a:avLst>
              <a:gd name="adj" fmla="val 2035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42731" y="3370213"/>
            <a:ext cx="8438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功能特性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330077"/>
            <a:ext cx="4064050" cy="815876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1330077"/>
            <a:ext cx="0" cy="8158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1482477"/>
            <a:ext cx="37081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流式对话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125" y="1793528"/>
            <a:ext cx="370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支持实时流式输出，提供流畅的对话体验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298353"/>
            <a:ext cx="4064050" cy="815876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2298353"/>
            <a:ext cx="0" cy="8158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2450753"/>
            <a:ext cx="37081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9125" y="2761804"/>
            <a:ext cx="370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正确处理 Copilot CLI 内置工具调用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3266629"/>
            <a:ext cx="4064050" cy="815876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3266629"/>
            <a:ext cx="0" cy="8158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125" y="3419029"/>
            <a:ext cx="37081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思考过程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125" y="3730079"/>
            <a:ext cx="370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显示模型的推理思考过程 (Reasoning)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98950" y="1330077"/>
            <a:ext cx="4064050" cy="815876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22763" y="1330077"/>
            <a:ext cx="0" cy="8158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075" y="1482477"/>
            <a:ext cx="37081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文件附件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075" y="1793528"/>
            <a:ext cx="370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支持上传文件进行分析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98950" y="2298353"/>
            <a:ext cx="4064050" cy="815876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2763" y="2298353"/>
            <a:ext cx="0" cy="8158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075" y="2450753"/>
            <a:ext cx="37081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075" y="2761804"/>
            <a:ext cx="370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支持创建、恢复、删除会话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8950" y="3266629"/>
            <a:ext cx="4064050" cy="815876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2763" y="3266629"/>
            <a:ext cx="0" cy="8158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075" y="3419029"/>
            <a:ext cx="37081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多模型切换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075" y="3730079"/>
            <a:ext cx="370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支持多种 AI 模型选择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1000" y="1339602"/>
            <a:ext cx="2539901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1501527"/>
            <a:ext cx="2590699" cy="38725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2041178"/>
            <a:ext cx="253990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168128"/>
            <a:ext cx="22798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568029"/>
            <a:ext cx="2539901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2694980"/>
            <a:ext cx="22798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实时通信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132981"/>
            <a:ext cx="253990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3259931"/>
            <a:ext cx="22798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@github/copilot-sdk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659832"/>
            <a:ext cx="2539901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786783"/>
            <a:ext cx="22798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01901" y="1339602"/>
            <a:ext cx="254005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1901" y="1501527"/>
            <a:ext cx="2590851" cy="38725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01901" y="2041178"/>
            <a:ext cx="25400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54301" y="2168128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 HTML/CSS/JS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01901" y="2606129"/>
            <a:ext cx="2540050" cy="425351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54301" y="2733080"/>
            <a:ext cx="2279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Client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01901" y="3132981"/>
            <a:ext cx="25400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54301" y="3259931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 UI 设计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01901" y="3697932"/>
            <a:ext cx="25400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54301" y="3824883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渲染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2950" y="1339602"/>
            <a:ext cx="254005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2950" y="1501527"/>
            <a:ext cx="2590851" cy="38725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22950" y="2041178"/>
            <a:ext cx="25400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75350" y="2168128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 文件上传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22950" y="2606129"/>
            <a:ext cx="25400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75350" y="2733080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数据验证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22950" y="3171081"/>
            <a:ext cx="25400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75350" y="3298031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tsx 开发热加载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22950" y="3736032"/>
            <a:ext cx="2540050" cy="463451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75350" y="3862983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 copilot 认证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66527"/>
            <a:ext cx="8382000" cy="2692598"/>
          </a:xfrm>
          <a:prstGeom prst="roundRect">
            <a:avLst>
              <a:gd name="adj" fmla="val 283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495127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copilot-sdk-demo/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718667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前端静态文件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942207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index.html, css/, js/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2165747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后端源码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389287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server.ts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Express + Socket.io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2612827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copilot.ts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SDK 封装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901" y="2836366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tools.ts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自定义工具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3059906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 路由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4901" y="3283446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901" y="3506986"/>
            <a:ext cx="803168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tsconfig.json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事件接口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66527"/>
            <a:ext cx="4145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 → 服务端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641128"/>
            <a:ext cx="4064050" cy="1862733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2010817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1641128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50" y="1742629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create-session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31802" y="1742629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创建新会话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1000" y="2385268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" y="2015579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211708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resume-session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31802" y="2117080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恢复已有会话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1000" y="2759720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" y="2390031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950" y="2491532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send-message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31802" y="2491532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发送消息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1000" y="3134171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000" y="2764482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950" y="2865983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31802" y="2865983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中止当前请求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3138934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3240435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delete-session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31802" y="3240435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删除会话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1266527"/>
            <a:ext cx="4145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 → 客户端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98950" y="1641128"/>
            <a:ext cx="4064050" cy="1862733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98950" y="2010817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8950" y="1641128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25901" y="1742629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message-delta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9752" y="1742629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流式内容增量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98950" y="2385268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8950" y="2015579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25901" y="2117080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reasoning-delta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49752" y="2117080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思考过程增量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98950" y="2759720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8950" y="2390031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25901" y="2491532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tool-call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49752" y="2491532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工具调用开始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98950" y="3134171"/>
            <a:ext cx="4064050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8950" y="2764482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25901" y="2865983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tool-result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49752" y="2865983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工具调用结果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98950" y="3138934"/>
            <a:ext cx="1523851" cy="364927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25901" y="3240435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message-complete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49752" y="3240435"/>
            <a:ext cx="2332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消息完成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 AI 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66527"/>
            <a:ext cx="1185416" cy="1644402"/>
          </a:xfrm>
          <a:prstGeom prst="roundRect">
            <a:avLst>
              <a:gd name="adj" fmla="val 642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290340"/>
            <a:ext cx="1185416" cy="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3456" y="1504652"/>
            <a:ext cx="8205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3456" y="2025253"/>
            <a:ext cx="8205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7833" y="2457004"/>
            <a:ext cx="431602" cy="263426"/>
          </a:xfrm>
          <a:prstGeom prst="roundRect">
            <a:avLst>
              <a:gd name="adj" fmla="val 1446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048" y="2507754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0317" y="1266527"/>
            <a:ext cx="1185416" cy="1644402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820317" y="1290340"/>
            <a:ext cx="1185416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773" y="1504652"/>
            <a:ext cx="82050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02773" y="2234803"/>
            <a:ext cx="8205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claude-sonnet-4.5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9634" y="1266527"/>
            <a:ext cx="1185416" cy="1644402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59634" y="1290340"/>
            <a:ext cx="1185416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2089" y="1504652"/>
            <a:ext cx="8205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2089" y="2025253"/>
            <a:ext cx="8205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claude-sonnet-4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8950" y="1266527"/>
            <a:ext cx="1185416" cy="1644402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98950" y="1290340"/>
            <a:ext cx="1185416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1406" y="1504652"/>
            <a:ext cx="8205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81406" y="1815703"/>
            <a:ext cx="820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38267" y="1266527"/>
            <a:ext cx="1185416" cy="1644402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38267" y="1290340"/>
            <a:ext cx="1185416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0723" y="1504652"/>
            <a:ext cx="8205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20723" y="1815703"/>
            <a:ext cx="820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77584" y="1266527"/>
            <a:ext cx="1185416" cy="1644402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577584" y="1290340"/>
            <a:ext cx="1185416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60040" y="1504652"/>
            <a:ext cx="8205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 Mini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60040" y="1815703"/>
            <a:ext cx="820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o3-mini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200" y="1070074"/>
            <a:ext cx="77976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快速开始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647" y="2025700"/>
            <a:ext cx="2336602" cy="1419076"/>
          </a:xfrm>
          <a:prstGeom prst="roundRect">
            <a:avLst>
              <a:gd name="adj" fmla="val 537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40098" y="22543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81820" y="236056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11219" y="2762250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克隆仓库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1219" y="3073301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03699" y="2025700"/>
            <a:ext cx="2336602" cy="1419076"/>
          </a:xfrm>
          <a:prstGeom prst="roundRect">
            <a:avLst>
              <a:gd name="adj" fmla="val 537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94150" y="22543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5872" y="236056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65271" y="2762250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安装依赖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65271" y="3073301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7751" y="2025700"/>
            <a:ext cx="2336602" cy="1419076"/>
          </a:xfrm>
          <a:prstGeom prst="roundRect">
            <a:avLst>
              <a:gd name="adj" fmla="val 537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48202" y="22543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89924" y="236056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19323" y="2762250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启动服务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9323" y="3073301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3200" y="3825776"/>
            <a:ext cx="7797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</a:t>
            </a:r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http://localhost:3000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3291" y="1460599"/>
            <a:ext cx="273081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772668" y="2333625"/>
            <a:ext cx="367063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欢迎提交 Issue 和 Pull Request!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905446" y="3130451"/>
            <a:ext cx="3489871" cy="552450"/>
          </a:xfrm>
          <a:prstGeom prst="roundRect">
            <a:avLst>
              <a:gd name="adj" fmla="val 1379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22897" y="3320951"/>
            <a:ext cx="29120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github.com/nickhou1983/copilot-sdk-demo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76317" y="3130451"/>
            <a:ext cx="1462236" cy="552450"/>
          </a:xfrm>
          <a:prstGeom prst="roundRect">
            <a:avLst>
              <a:gd name="adj" fmla="val 1379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3768" y="3320951"/>
            <a:ext cx="8438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SDK Demo 项目介绍</dc:title>
  <dc:subject>基于 GitHub Copilot SDK 的对话助手演示应用</dc:subject>
  <dc:creator>Copilot SDK Demo</dc:creator>
  <cp:lastModifiedBy>Copilot SDK Demo</cp:lastModifiedBy>
  <cp:revision>1</cp:revision>
  <dcterms:created xsi:type="dcterms:W3CDTF">2026-02-01T07:25:18Z</dcterms:created>
  <dcterms:modified xsi:type="dcterms:W3CDTF">2026-02-01T07:25:18Z</dcterms:modified>
</cp:coreProperties>
</file>